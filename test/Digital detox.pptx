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6" autoAdjust="0"/>
    <p:restoredTop sz="94660"/>
  </p:normalViewPr>
  <p:slideViewPr>
    <p:cSldViewPr snapToGrid="0">
      <p:cViewPr varScale="1">
        <p:scale>
          <a:sx n="79" d="100"/>
          <a:sy n="79" d="100"/>
        </p:scale>
        <p:origin x="-84" y="-6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DB4EC2A-40BC-40EC-B6E4-25A4E61383F7}" type="datetimeFigureOut">
              <a:rPr lang="ru-RU" smtClean="0"/>
              <a:pPr/>
              <a:t>19.12.2022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9B01A7D-9BE1-4BF2-9164-3F2D430257D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103B2DC-700E-4224-8B0F-C22D5A48ED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detox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5151928F-F18B-4588-BA8D-13858E2E6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611606"/>
            <a:ext cx="10363200" cy="1405561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Temporary stop using </a:t>
            </a:r>
            <a:r>
              <a:rPr lang="en-US" dirty="0" err="1" smtClean="0"/>
              <a:t>smartphones</a:t>
            </a:r>
            <a:r>
              <a:rPr lang="en-US" dirty="0" smtClean="0"/>
              <a:t>, laptops and other gadgets in order to reduce stress, improve mental and physical health and </a:t>
            </a:r>
            <a:r>
              <a:rPr lang="en-US" dirty="0" smtClean="0"/>
              <a:t>enjoy</a:t>
            </a:r>
            <a:r>
              <a:rPr lang="ru-RU" dirty="0" smtClean="0"/>
              <a:t> </a:t>
            </a:r>
            <a:r>
              <a:rPr lang="en-US" dirty="0" smtClean="0"/>
              <a:t>something called "real life".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29400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67A8319D-E164-4B1D-B8FF-A9ED97F98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575286"/>
            <a:ext cx="3311570" cy="4673114"/>
          </a:xfrm>
        </p:spPr>
        <p:txBody>
          <a:bodyPr>
            <a:normAutofit/>
          </a:bodyPr>
          <a:lstStyle/>
          <a:p>
            <a:pPr marL="342900" indent="-3429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Digital devices are increasingly dominating our lives these days. </a:t>
            </a:r>
            <a:endParaRPr lang="ru-RU" sz="1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Many if not most of us are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addicted to them.</a:t>
            </a:r>
          </a:p>
          <a:p>
            <a:pPr marL="342900" indent="-3429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Digital </a:t>
            </a:r>
            <a:r>
              <a:rPr lang="en-US" sz="1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detox</a:t>
            </a: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can help people with a lot of problems connecting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with gadgets</a:t>
            </a: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 defTabSz="457200"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Switch off from the Internet can be good for productivity in daily chores.</a:t>
            </a:r>
            <a:endParaRPr lang="ru-RU" sz="1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E0523D98-F43C-4239-B3A7-A6D1C32EDD85}"/>
              </a:ext>
            </a:extLst>
          </p:cNvPr>
          <p:cNvSpPr txBox="1">
            <a:spLocks/>
          </p:cNvSpPr>
          <p:nvPr/>
        </p:nvSpPr>
        <p:spPr>
          <a:xfrm>
            <a:off x="3988905" y="1575286"/>
            <a:ext cx="3311570" cy="46731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People need to rely less on devices to avoid the new phenomenon of "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nomophobia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"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NO 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MObile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PHOBIA.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 you disregard responsibilities at home or work because of the amount of time you spend online, then consider a digital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detox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="" xmlns:a16="http://schemas.microsoft.com/office/drawing/2014/main" id="{9A60434B-7559-4CFF-8DE8-597E2A910B90}"/>
              </a:ext>
            </a:extLst>
          </p:cNvPr>
          <p:cNvSpPr txBox="1">
            <a:spLocks/>
          </p:cNvSpPr>
          <p:nvPr/>
        </p:nvSpPr>
        <p:spPr>
          <a:xfrm>
            <a:off x="7300475" y="793408"/>
            <a:ext cx="2623931" cy="5980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I want to know:</a:t>
            </a:r>
            <a:endParaRPr lang="ru-RU" sz="2400" dirty="0"/>
          </a:p>
        </p:txBody>
      </p:sp>
      <p:sp>
        <p:nvSpPr>
          <p:cNvPr id="7" name="Объект 2">
            <a:extLst>
              <a:ext uri="{FF2B5EF4-FFF2-40B4-BE49-F238E27FC236}">
                <a16:creationId xmlns="" xmlns:a16="http://schemas.microsoft.com/office/drawing/2014/main" id="{44AA43F2-0FEA-4C27-8532-4C3E8D5769EB}"/>
              </a:ext>
            </a:extLst>
          </p:cNvPr>
          <p:cNvSpPr txBox="1">
            <a:spLocks/>
          </p:cNvSpPr>
          <p:nvPr/>
        </p:nvSpPr>
        <p:spPr>
          <a:xfrm>
            <a:off x="7300475" y="1449390"/>
            <a:ext cx="3311570" cy="4673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What is 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nomophobia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manifested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?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Can a digital 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detox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have negative effects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?</a:t>
            </a: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How our phone addiction affects our brains and our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thinking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?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9A60434B-7559-4CFF-8DE8-597E2A910B90}"/>
              </a:ext>
            </a:extLst>
          </p:cNvPr>
          <p:cNvSpPr txBox="1">
            <a:spLocks/>
          </p:cNvSpPr>
          <p:nvPr/>
        </p:nvSpPr>
        <p:spPr>
          <a:xfrm>
            <a:off x="4216382" y="745958"/>
            <a:ext cx="2623931" cy="5980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 smtClean="0"/>
              <a:t>I’ve learnt:</a:t>
            </a:r>
            <a:endParaRPr lang="ru-RU" sz="240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="" xmlns:a16="http://schemas.microsoft.com/office/drawing/2014/main" id="{9A60434B-7559-4CFF-8DE8-597E2A910B90}"/>
              </a:ext>
            </a:extLst>
          </p:cNvPr>
          <p:cNvSpPr txBox="1">
            <a:spLocks/>
          </p:cNvSpPr>
          <p:nvPr/>
        </p:nvSpPr>
        <p:spPr>
          <a:xfrm>
            <a:off x="1072129" y="770021"/>
            <a:ext cx="2623931" cy="5980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 smtClean="0"/>
              <a:t>I know:</a:t>
            </a:r>
            <a:endParaRPr lang="ru-RU" sz="2400" dirty="0"/>
          </a:p>
        </p:txBody>
      </p:sp>
    </p:spTree>
    <p:extLst>
      <p:ext uri="{BB962C8B-B14F-4D97-AF65-F5344CB8AC3E}">
        <p14:creationId xmlns="" xmlns:p14="http://schemas.microsoft.com/office/powerpoint/2010/main" val="17414335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296</TotalTime>
  <Words>160</Words>
  <Application>Microsoft Office PowerPoint</Application>
  <PresentationFormat>Произвольный</PresentationFormat>
  <Paragraphs>14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Открытая</vt:lpstr>
      <vt:lpstr>Digital detox</vt:lpstr>
      <vt:lpstr>Слайд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detox</dc:title>
  <dc:creator>Анастасия Киргизова</dc:creator>
  <cp:lastModifiedBy>User</cp:lastModifiedBy>
  <cp:revision>27</cp:revision>
  <dcterms:created xsi:type="dcterms:W3CDTF">2022-11-30T21:23:51Z</dcterms:created>
  <dcterms:modified xsi:type="dcterms:W3CDTF">2022-12-19T15:14:17Z</dcterms:modified>
</cp:coreProperties>
</file>